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Corben" panose="020B0604020202020204" charset="0"/>
      <p:regular r:id="rId16"/>
    </p:embeddedFont>
    <p:embeddedFont>
      <p:font typeface="Nobile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3741" autoAdjust="0"/>
  </p:normalViewPr>
  <p:slideViewPr>
    <p:cSldViewPr snapToGrid="0" snapToObjects="1">
      <p:cViewPr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3103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F">
              <a:alpha val="85000"/>
            </a:srgbClr>
          </a:solidFill>
          <a:ln/>
        </p:spPr>
      </p:sp>
      <p:pic>
        <p:nvPicPr>
          <p:cNvPr id="6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2D9F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Application de Gestion de Présence par QR Code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Une solution numérique moderne pour enregistrer, suivre et analyser les présences — simplement et efficacement.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2D9F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97909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Page de Connexion — Authentification Sécurisée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443857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 sécurité est au cœur de notre application. Nous assurons un accès protégé et fiable à toutes les données de présence grâce à des mécanismes d'authentification avancés.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61475" y="3563739"/>
            <a:ext cx="6296860" cy="2315170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Connexions sécurisées avec chiffrement des données.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Prise en charge de l'authentification multi-facteurs (MFA) pour une protection accrue.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Gestion des rôles et des permissions pour un contrôle d'accès granulaire.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Interface intuitive pour une expérience utilisateur fluide et sécurisée.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13470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Le Problème Actuel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672" y="2273895"/>
            <a:ext cx="3016869" cy="301694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8993" y="2807891"/>
            <a:ext cx="2218079" cy="194885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864871" y="2987576"/>
            <a:ext cx="1782519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Feuilles papier peu fiables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4864871" y="3626148"/>
            <a:ext cx="1782519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Données difficilement exploitables, risques de perte et d'altération.</a:t>
            </a:r>
            <a:endParaRPr lang="en-US" sz="12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63593" y="2807891"/>
            <a:ext cx="2218178" cy="194885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219472" y="2987576"/>
            <a:ext cx="1782619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Processus manuels coûteux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7219472" y="3626148"/>
            <a:ext cx="1782619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Saisie chronophage, sujette aux erreurs humaines et aux doublons.</a:t>
            </a:r>
            <a:endParaRPr lang="en-US" sz="12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18293" y="2807891"/>
            <a:ext cx="2218079" cy="194885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74171" y="2987576"/>
            <a:ext cx="1782519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Aucun suivi en temps réel</a:t>
            </a:r>
            <a:endParaRPr lang="en-US" sz="1550" dirty="0"/>
          </a:p>
        </p:txBody>
      </p:sp>
      <p:sp>
        <p:nvSpPr>
          <p:cNvPr id="12" name="Text 6"/>
          <p:cNvSpPr/>
          <p:nvPr/>
        </p:nvSpPr>
        <p:spPr>
          <a:xfrm>
            <a:off x="9574171" y="3626148"/>
            <a:ext cx="1782519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Impossible de connaître instantanément le taux de participation.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2D9F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3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982291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Fonctionnalités Clés</a:t>
            </a:r>
            <a:endParaRPr lang="en-US" sz="2950" dirty="0"/>
          </a:p>
        </p:txBody>
      </p:sp>
      <p:sp>
        <p:nvSpPr>
          <p:cNvPr id="5" name="Shape 2"/>
          <p:cNvSpPr/>
          <p:nvPr/>
        </p:nvSpPr>
        <p:spPr>
          <a:xfrm>
            <a:off x="5233360" y="2636143"/>
            <a:ext cx="3087908" cy="1276945"/>
          </a:xfrm>
          <a:prstGeom prst="roundRect">
            <a:avLst>
              <a:gd name="adj" fmla="val 4974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90916" y="2793702"/>
            <a:ext cx="277279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Gestion des Événements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390916" y="3102471"/>
            <a:ext cx="2772797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Créez, modifiez et supprimez réunions, formations et ateliers en quelques clics.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442213" y="2636143"/>
            <a:ext cx="3088007" cy="1276945"/>
          </a:xfrm>
          <a:prstGeom prst="roundRect">
            <a:avLst>
              <a:gd name="adj" fmla="val 4974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9768" y="2793702"/>
            <a:ext cx="2772896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QR Code Unique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599768" y="3102471"/>
            <a:ext cx="2772896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Généré automatiquement pour chaque participant — sécurisé et infalsifiable.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233360" y="4034036"/>
            <a:ext cx="6296860" cy="841573"/>
          </a:xfrm>
          <a:prstGeom prst="roundRect">
            <a:avLst>
              <a:gd name="adj" fmla="val 7547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0916" y="4191595"/>
            <a:ext cx="598174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Enregistrement Instantané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390916" y="4500364"/>
            <a:ext cx="598174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Nom, événement et heure d'arrivée capturés dès le scan, sans délai.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197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Notre Solution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869777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Une Présence Numérique, Simple et Fiable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2472829"/>
            <a:ext cx="3180774" cy="318085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17029" y="2915741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152797" y="2974181"/>
            <a:ext cx="282825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Application automatisée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152797" y="3392984"/>
            <a:ext cx="282825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Enregistrez les présences sans aucun effort manuel.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172345" y="2915741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08113" y="2974181"/>
            <a:ext cx="282835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Scan simple et rapide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708113" y="3392984"/>
            <a:ext cx="2828358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Aucune formation requise — fonctionnel dès la première utilisation.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17029" y="4474865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52797" y="4533305"/>
            <a:ext cx="638367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Rapports PDF/Excel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5152797" y="4952107"/>
            <a:ext cx="6383674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Générés automatiquement à la demande, prêts à partager.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0945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Avantages pour Vous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72581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0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373251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Erreur d'enregistrement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4141192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Fiabilité totale — chaque présence est capturée avec précision.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363135" y="2872581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100%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4363135" y="373251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Traçabilité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363135" y="4141192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Historique complet et détaillé par événement, disponible à tout moment.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64794" y="2872581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∞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8064794" y="373251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Gain de Temps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064794" y="4141192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Plus aucune saisie manuelle — libérez vos équipes pour l'essentiel.</a:t>
            </a:r>
            <a:endParaRPr lang="en-US" sz="1450" dirty="0"/>
          </a:p>
        </p:txBody>
      </p:sp>
    </p:spTree>
  </p:cSld>
  <p:clrMapOvr>
    <a:masterClrMapping/>
  </p:clrMapOvr>
  <p:transition spd="slow">
    <p:wheel spokes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5149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Géolocalisation — Vérification de Proximité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57164"/>
            <a:ext cx="3946029" cy="394612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6082" y="2571055"/>
            <a:ext cx="2583294" cy="11825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54911" y="2590105"/>
            <a:ext cx="2384465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Récupération des coordonnées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454911" y="3139281"/>
            <a:ext cx="238446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Latitude et longitude de l'événement enregistrées lors de sa création.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53177" y="2571055"/>
            <a:ext cx="2583393" cy="11825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52006" y="2590105"/>
            <a:ext cx="23845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Vérification de localisation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9152006" y="2917825"/>
            <a:ext cx="2384564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À chaque scan QR, la position GPS du participant est capturée et comparée à celle de l'événement.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6082" y="3928170"/>
            <a:ext cx="2583294" cy="9611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54911" y="3947220"/>
            <a:ext cx="23844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Rayon de tolérance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6454911" y="4274939"/>
            <a:ext cx="238446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Acceptation automatique si le participant est dans un rayon défini (ex : 50m, 100m).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53177" y="3928170"/>
            <a:ext cx="2583393" cy="96113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152006" y="3947220"/>
            <a:ext cx="23845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Alertes de fraude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9152006" y="4274939"/>
            <a:ext cx="2384564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Signalement des tentatives de scan hors zone pour audit administrateur.</a:t>
            </a:r>
            <a:endParaRPr lang="en-US" sz="1100" dirty="0"/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2D9F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224" y="462855"/>
            <a:ext cx="4448957" cy="5932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28018"/>
            <a:ext cx="6296860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Super Admin — Gestion Centralisée des Utilisateurs</a:t>
            </a:r>
            <a:endParaRPr lang="en-US" sz="2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015728"/>
            <a:ext cx="307074" cy="30708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1475" y="2422624"/>
            <a:ext cx="629686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Création et suppression d'admins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61475" y="2662436"/>
            <a:ext cx="629686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Gestion complète des comptes administrateurs et de leurs permissions.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2984202"/>
            <a:ext cx="307074" cy="30708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1475" y="3391098"/>
            <a:ext cx="629686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Audit des activités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61475" y="3630910"/>
            <a:ext cx="629686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Suivi détaillé de toutes les actions effectuées par les admins (création, modifications, suppressions).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3952677"/>
            <a:ext cx="307074" cy="30708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61475" y="4359573"/>
            <a:ext cx="629686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Contrôle des droits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661475" y="4599384"/>
            <a:ext cx="629686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Attribution granulaire des permissions (lecture, écriture, suppression) par rôle.</a:t>
            </a:r>
            <a:endParaRPr lang="en-US" sz="9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475" y="4921151"/>
            <a:ext cx="307074" cy="30708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61475" y="5328047"/>
            <a:ext cx="629686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Gestion des participants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661475" y="5567859"/>
            <a:ext cx="629686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Ajout, modification, suppression en masse ou individuellement.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876"/>
            <a:ext cx="10868745" cy="523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Architecture Technique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81919"/>
            <a:ext cx="11478330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Une stack éprouvée, sécurisée et performante pour garantir la stabilité de l'application.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541" y="2623245"/>
            <a:ext cx="6229393" cy="28509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70611" y="2992529"/>
            <a:ext cx="1378019" cy="172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Interface Utilisateur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570611" y="3213783"/>
            <a:ext cx="1518884" cy="25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Caméra / Scanner QR pour saisie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73198" y="3929605"/>
            <a:ext cx="1378019" cy="172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Couche de Données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54825" y="4150859"/>
            <a:ext cx="1396393" cy="25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8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MySQL base relationnelle sécurisée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570611" y="4413455"/>
            <a:ext cx="1378019" cy="172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Noyau: CodeIgniter 4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570611" y="4634709"/>
            <a:ext cx="1518884" cy="25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Framework PHP MVC robuste et moderne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998022" y="1968302"/>
            <a:ext cx="3538449" cy="1288058"/>
          </a:xfrm>
          <a:prstGeom prst="roundRect">
            <a:avLst>
              <a:gd name="adj" fmla="val 5460"/>
            </a:avLst>
          </a:prstGeom>
          <a:solidFill>
            <a:srgbClr val="F9F9FF">
              <a:alpha val="95000"/>
            </a:srgbClr>
          </a:solidFill>
          <a:ln w="19050">
            <a:solidFill>
              <a:srgbClr val="B8BF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84449" y="2154734"/>
            <a:ext cx="3165594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CodeIgniter 4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184449" y="2564705"/>
            <a:ext cx="3165594" cy="505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Framework PHP robuste et moderne, idéal pour les applications web métier.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998022" y="3404691"/>
            <a:ext cx="3538449" cy="1288058"/>
          </a:xfrm>
          <a:prstGeom prst="roundRect">
            <a:avLst>
              <a:gd name="adj" fmla="val 5460"/>
            </a:avLst>
          </a:prstGeom>
          <a:solidFill>
            <a:srgbClr val="F9F9FF">
              <a:alpha val="95000"/>
            </a:srgbClr>
          </a:solidFill>
          <a:ln w="19050">
            <a:solidFill>
              <a:srgbClr val="B8BFD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84449" y="3591123"/>
            <a:ext cx="3165594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MySQL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184449" y="4001095"/>
            <a:ext cx="3165594" cy="505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Base de données relationnelle sécurisée et hautement performante.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998022" y="4841081"/>
            <a:ext cx="3538449" cy="1288058"/>
          </a:xfrm>
          <a:prstGeom prst="roundRect">
            <a:avLst>
              <a:gd name="adj" fmla="val 5460"/>
            </a:avLst>
          </a:prstGeom>
          <a:solidFill>
            <a:srgbClr val="F9F9FF">
              <a:alpha val="95000"/>
            </a:srgbClr>
          </a:solidFill>
          <a:ln w="19050">
            <a:solidFill>
              <a:srgbClr val="B8BFD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84449" y="5027513"/>
            <a:ext cx="3165594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Caméra / Scanner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184449" y="5437485"/>
            <a:ext cx="3165594" cy="505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Accès via caméra d'appareil pour scanner les QR codes en temps réel.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47701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CodeIgniter 4 — Fondamentaux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03338"/>
            <a:ext cx="863777" cy="5337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769989"/>
            <a:ext cx="26175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Architecture MVC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61475" y="3055144"/>
            <a:ext cx="2617524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Séparation claire entre Model (données), View (interface) et Controller (logique métier).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1849" y="2103338"/>
            <a:ext cx="863777" cy="53379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11849" y="2769989"/>
            <a:ext cx="26175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Routage Intelligent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411849" y="3055144"/>
            <a:ext cx="261752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URLs lisibles et SEO-friendly, configuration simple des routes.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2223" y="2103338"/>
            <a:ext cx="863777" cy="53379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62223" y="2769989"/>
            <a:ext cx="26175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ORM Intégré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162223" y="3055144"/>
            <a:ext cx="261752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Requêtes de base de données simplifiées sans écrire du SQL brut.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2597" y="2103338"/>
            <a:ext cx="863777" cy="53379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12597" y="2769989"/>
            <a:ext cx="26176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Sécurité Intégrée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8912597" y="3055144"/>
            <a:ext cx="2617623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Protection CSRF, validation des entrées, hachage des mots de passe.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3863082"/>
            <a:ext cx="863777" cy="53379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4529733"/>
            <a:ext cx="26175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Migrations et Seeds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661475" y="4814888"/>
            <a:ext cx="2617524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Gestion versionnée de la base de données et données de test automatisées.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Diagrammes UML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61475" y="751681"/>
            <a:ext cx="11478330" cy="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Deux diagrammes UML structurent l'architecture fonctionnelle et technique de l'application.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10654"/>
            <a:ext cx="4965576" cy="48353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1890" y="5957771"/>
            <a:ext cx="11478330" cy="286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Diagramme de cas d'utilisation : il montre les interactions entre les </a:t>
            </a:r>
            <a:r>
              <a:rPr lang="en-US" sz="1200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utilisateurs</a:t>
            </a:r>
            <a:endParaRPr lang="en-US" sz="1200" dirty="0">
              <a:solidFill>
                <a:srgbClr val="404155"/>
              </a:solidFill>
              <a:latin typeface="Nobile" pitchFamily="34" charset="0"/>
              <a:ea typeface="Nobile" pitchFamily="34" charset="-122"/>
              <a:cs typeface="Nobile" pitchFamily="34" charset="-120"/>
            </a:endParaRPr>
          </a:p>
          <a:p>
            <a:pPr marL="0" indent="0" algn="l">
              <a:lnSpc>
                <a:spcPct val="88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Admin et Participants </a:t>
            </a:r>
          </a:p>
          <a:p>
            <a:pPr marL="0" indent="0" algn="l">
              <a:lnSpc>
                <a:spcPct val="88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— et les principales fonctionnalités du système</a:t>
            </a:r>
            <a:r>
              <a:rPr lang="en-US" sz="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253" y="327259"/>
            <a:ext cx="5976747" cy="501857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640" y="5554171"/>
            <a:ext cx="11478330" cy="40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Diagramme de classes : il présente la structure technique de </a:t>
            </a:r>
            <a:r>
              <a:rPr lang="en-US" sz="1200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l'application</a:t>
            </a: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avec</a:t>
            </a:r>
          </a:p>
          <a:p>
            <a:pPr marL="0" indent="0" algn="l">
              <a:lnSpc>
                <a:spcPct val="88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les </a:t>
            </a:r>
            <a:r>
              <a:rPr lang="en-US" sz="1200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entités</a:t>
            </a: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principals — Utilisateur, Admin, Participant, Événement et </a:t>
            </a:r>
            <a:r>
              <a:rPr lang="en-US" sz="1200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QRCode</a:t>
            </a: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</a:p>
          <a:p>
            <a:pPr marL="0" indent="0" algn="l">
              <a:lnSpc>
                <a:spcPct val="88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— ainsi que leurs relations.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2D9F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0" y="475456"/>
            <a:ext cx="4430205" cy="5907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426567"/>
            <a:ext cx="6296860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Perspectives d'Évolution</a:t>
            </a:r>
            <a:endParaRPr lang="en-US" sz="2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2029023"/>
            <a:ext cx="708801" cy="85060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48422" y="2170708"/>
            <a:ext cx="5481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Mode Hors Ligne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6048422" y="2455863"/>
            <a:ext cx="5481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Synchronisation automatique des données en cas de perte de connexion.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360" y="2879626"/>
            <a:ext cx="708801" cy="85060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048422" y="3021310"/>
            <a:ext cx="5481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Notifications Temps Réel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6048422" y="3306465"/>
            <a:ext cx="5481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Alertes push pour les admins en cas d'absence ou d'anomalie de géolocalisation.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3360" y="3730228"/>
            <a:ext cx="708801" cy="85060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48422" y="3871913"/>
            <a:ext cx="5481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Analytics Avancées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6048422" y="4157067"/>
            <a:ext cx="5481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Tableaux de bord avec tendances, prédictions et rapports personnalisés.</a:t>
            </a:r>
            <a:endParaRPr lang="en-US" sz="11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3360" y="4580830"/>
            <a:ext cx="708801" cy="85060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048422" y="4722515"/>
            <a:ext cx="5481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Intégration API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6048422" y="5007670"/>
            <a:ext cx="5481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Connexion avec systèmes RH, CRM ou calendriers externes.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090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Conclusion — Une Solution Complète et Fiable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85020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Notre application de gestion de présence par QR Code représente une avancée significative pour optimiser vos opérations, garantir la sécurité et fournir des données exploitables.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40248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75723" y="2467372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Simplicité et Rapidité Inégalées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275723" y="2876054"/>
            <a:ext cx="470195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L'enregistrement des présences devient un processus instantané et sans effort grâce au scan QR, éliminant la complexité des méthodes manuelles.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3915" y="240248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28163" y="2467372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Sécurité et Fiabilité Garanties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828163" y="2876054"/>
            <a:ext cx="470205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Avec une authentification robuste, la vérification de géolocalisation et une architecture technique éprouvée, vos données sont protégées et précises.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61475" y="4463752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75723" y="4528641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Analyse et Traçabilité Complètes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275723" y="4937323"/>
            <a:ext cx="470195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Accédez à des rapports détaillés en temps réel, assurez une traçabilité parfaite et auditez facilement toutes les activités pour une gouvernance renforcée.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13915" y="4463752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28163" y="4528641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Préparé pour l'Avenir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828163" y="4937323"/>
            <a:ext cx="470205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Conçue pour évoluer, l'application est prête à intégrer des fonctionnalités avancées telles que le mode hors ligne, les notifications et les intégrations API.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880</Words>
  <Application>Microsoft Office PowerPoint</Application>
  <PresentationFormat>Grand écran</PresentationFormat>
  <Paragraphs>123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Nobile</vt:lpstr>
      <vt:lpstr>Corben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Khady Coundoul</cp:lastModifiedBy>
  <cp:revision>2</cp:revision>
  <dcterms:created xsi:type="dcterms:W3CDTF">2026-08-21T12:14:03Z</dcterms:created>
  <dcterms:modified xsi:type="dcterms:W3CDTF">2026-08-21T12:26:34Z</dcterms:modified>
</cp:coreProperties>
</file>
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Petrona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3741" autoAdjust="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56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C32D-AC3D-7664-B9A0-7B7226B1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DB657-12EB-24FD-18A0-EE5A7C8A9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F8FB8-61C8-D1BA-49C1-F3200CCCD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9A626-59E2-94A2-7882-B1F07DE23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08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67BCD-BCFB-F427-0318-F64A57B2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F03A6-D6E8-C31D-998C-02E0F08B2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09415-D376-0333-0D7E-6A06DA9E1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2D7A8-C5C4-0FDB-2DF7-2F272DD97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6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CCEE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64581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 de Gestion de Présence par QR Code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61475" y="388848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solution numérique moderne pour enregistrer, suivre et analyser les présences — simplement et efficacement.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CCEE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651099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 Problème Actuel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328664"/>
            <a:ext cx="6296860" cy="8787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928" y="2498923"/>
            <a:ext cx="58801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Feuilles papier peu fiables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07928" y="2819499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Données difficilement exploitables, risques de perte et d'altération.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28392"/>
            <a:ext cx="6296860" cy="8787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7928" y="3498652"/>
            <a:ext cx="58801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Processus manuels coûteux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07928" y="3819227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Saisie chronophage, sujette aux erreurs humaines et aux doublons.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28120"/>
            <a:ext cx="6296860" cy="8787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07928" y="4498380"/>
            <a:ext cx="588015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Aucun suivi en temps réel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07928" y="4818955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Impossible de connaître instantanément le taux de participation.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108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Fonctionnalités Clés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1475" y="2689324"/>
            <a:ext cx="3496877" cy="2477492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2884686"/>
            <a:ext cx="567021" cy="56703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800" y="3040559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3640733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Gestion des Événements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56832" y="406419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Créez, modifiez et supprimez réunions, formations et ateliers en quelques clics.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2689324"/>
            <a:ext cx="3496877" cy="2477492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2884686"/>
            <a:ext cx="567021" cy="56703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8684" y="3040559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3640733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QR Code Unique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42716" y="406419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Généré automatiquement pour chaque participant — sécurisé et infalsifiable.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2689324"/>
            <a:ext cx="3496877" cy="2477492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2884686"/>
            <a:ext cx="567021" cy="56703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4568" y="3040559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3640733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Enregistrement Instantané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8228600" y="406419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Nom, événement et heure d'arrivée capturés dès le scan, sans délai.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935163"/>
            <a:ext cx="1557695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991816"/>
            <a:ext cx="194047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NOTRE SOLUTION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297906"/>
            <a:ext cx="6903269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Une Présence Numérique, Simple et Fiable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4633201" y="3727351"/>
            <a:ext cx="6903269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numérique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automatisée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enregistrer les présences sans effort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QR Code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et rapide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aucune formation requise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Rapports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PDF/Excel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générés automatiquement à la demande</a:t>
            </a:r>
            <a:endParaRPr lang="en-US" sz="1450" dirty="0"/>
          </a:p>
        </p:txBody>
      </p:sp>
    </p:spTree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8536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Avantages pour Vous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303123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891161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Erreur d'enregistrement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431462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Fiabilité totale — chaque présence est capturée avec précision.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303123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100%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891161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Traçabilité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63135" y="431462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Historique complet et détaillé par événement, disponible à tout moment.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303123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∞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891161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Gain de Temps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064794" y="4314627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aucune saisie manuelle — libérez vos équipes pour l'essentiel.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16001"/>
            <a:ext cx="6908330" cy="600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Architecture Technique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61475" y="2594173"/>
            <a:ext cx="690833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stack éprouvée, sécurisée et performante pour garantir la stabilité de l'application.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26" y="727869"/>
            <a:ext cx="3513645" cy="35137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4640659"/>
            <a:ext cx="3504715" cy="1688902"/>
          </a:xfrm>
          <a:prstGeom prst="roundRect">
            <a:avLst>
              <a:gd name="adj" fmla="val 455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9928" y="4849118"/>
            <a:ext cx="3087809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CodeIgniter 4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9928" y="5255816"/>
            <a:ext cx="308780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PHP robuste et moderne, idéal pour les applications web métier.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90" y="4640659"/>
            <a:ext cx="3504715" cy="1688902"/>
          </a:xfrm>
          <a:prstGeom prst="roundRect">
            <a:avLst>
              <a:gd name="adj" fmla="val 455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51943" y="4849118"/>
            <a:ext cx="3087809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MySQL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551943" y="5255816"/>
            <a:ext cx="308780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données relationnelle sécurisée et hautement performante.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25505" y="4640659"/>
            <a:ext cx="3504715" cy="1688902"/>
          </a:xfrm>
          <a:prstGeom prst="roundRect">
            <a:avLst>
              <a:gd name="adj" fmla="val 455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33958" y="4849118"/>
            <a:ext cx="3087809" cy="300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Caméra / Scanner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233958" y="5255816"/>
            <a:ext cx="308780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 via caméra d'appareil pour scanner les QR codes en temps réel.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841" y="5586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Diagrammes UML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356835" y="90909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Deux diagrammes UML structurent l'architecture fonctionnelle et technique de l'application.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99228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943" y="1501503"/>
            <a:ext cx="275672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Diagramme de Classes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370177" y="3792538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1821" y="1184052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34289" y="1283077"/>
            <a:ext cx="275672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Cas d'Utilisation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132809" y="4094957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773496" y="3369072"/>
            <a:ext cx="275672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8773496" y="3792538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BBD27EE-3E69-18F3-46BC-5496EA103E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913838"/>
            <a:ext cx="5882597" cy="393832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48417E8-908D-2C0C-A692-6D3F203B1D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1" y="1656532"/>
            <a:ext cx="5425438" cy="4292373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2F4A94B4-AC7D-08CE-5F75-49C8E71DD1ED}"/>
              </a:ext>
            </a:extLst>
          </p:cNvPr>
          <p:cNvSpPr txBox="1"/>
          <p:nvPr/>
        </p:nvSpPr>
        <p:spPr>
          <a:xfrm>
            <a:off x="95907" y="5815469"/>
            <a:ext cx="51514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Le diagramme de classes représente la </a:t>
            </a:r>
            <a:r>
              <a:rPr lang="fr-FR" b="1" dirty="0"/>
              <a:t>structure technique</a:t>
            </a:r>
            <a:r>
              <a:rPr lang="fr-FR" dirty="0"/>
              <a:t> de l'application — comment les données sont organisées et stockées dans la base de données.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9F7AFF7-AFBE-40DF-C4E6-D7F4DD1AD10B}"/>
              </a:ext>
            </a:extLst>
          </p:cNvPr>
          <p:cNvSpPr txBox="1"/>
          <p:nvPr/>
        </p:nvSpPr>
        <p:spPr>
          <a:xfrm>
            <a:off x="6766561" y="5932258"/>
            <a:ext cx="4840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Le diagramme de cas d'utilisation montre </a:t>
            </a:r>
            <a:r>
              <a:rPr lang="fr-FR" b="1" dirty="0"/>
              <a:t>qui fait quoi</a:t>
            </a:r>
            <a:r>
              <a:rPr lang="fr-FR" dirty="0"/>
              <a:t> dans l'application — les interactions entre les utilisateurs et le système.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87C58-359F-14D6-8EB9-D0D30BCA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9DE5E3-768C-2504-F1A7-FE60D7236C6D}"/>
              </a:ext>
            </a:extLst>
          </p:cNvPr>
          <p:cNvSpPr/>
          <p:nvPr/>
        </p:nvSpPr>
        <p:spPr>
          <a:xfrm>
            <a:off x="1027496" y="454602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endParaRPr lang="fr-FR" sz="4000" b="1" dirty="0"/>
          </a:p>
          <a:p>
            <a:pPr marL="0" indent="0" algn="l">
              <a:lnSpc>
                <a:spcPct val="104000"/>
              </a:lnSpc>
              <a:buNone/>
            </a:pPr>
            <a:endParaRPr lang="en-US" sz="3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E018611-0D9E-417C-147E-87C0FBC27DA5}"/>
              </a:ext>
            </a:extLst>
          </p:cNvPr>
          <p:cNvSpPr/>
          <p:nvPr/>
        </p:nvSpPr>
        <p:spPr>
          <a:xfrm>
            <a:off x="1370177" y="3792538"/>
            <a:ext cx="275672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CB7B2FD-9927-3F58-BD29-931F92E383C5}"/>
              </a:ext>
            </a:extLst>
          </p:cNvPr>
          <p:cNvSpPr txBox="1"/>
          <p:nvPr/>
        </p:nvSpPr>
        <p:spPr>
          <a:xfrm>
            <a:off x="1470258" y="2760641"/>
            <a:ext cx="87998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000" b="1" dirty="0"/>
              <a:t>Mode hors ligne</a:t>
            </a:r>
            <a:r>
              <a:rPr lang="fr-FR" sz="2000" dirty="0"/>
              <a:t> — Synchronisation automatique des données en cas de perte de connexion.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4FBB981-6B56-F2E9-18D8-59A4D986538D}"/>
              </a:ext>
            </a:extLst>
          </p:cNvPr>
          <p:cNvSpPr/>
          <p:nvPr/>
        </p:nvSpPr>
        <p:spPr>
          <a:xfrm>
            <a:off x="4653814" y="5438099"/>
            <a:ext cx="2884371" cy="1419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riangle isocèle 3">
            <a:extLst>
              <a:ext uri="{FF2B5EF4-FFF2-40B4-BE49-F238E27FC236}">
                <a16:creationId xmlns:a16="http://schemas.microsoft.com/office/drawing/2014/main" id="{D414E6B2-989F-D9D9-D87F-6237BCC267DD}"/>
              </a:ext>
            </a:extLst>
          </p:cNvPr>
          <p:cNvSpPr/>
          <p:nvPr/>
        </p:nvSpPr>
        <p:spPr>
          <a:xfrm>
            <a:off x="5562198" y="5972475"/>
            <a:ext cx="1067602" cy="885525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67E263B-174A-ADC2-EBBD-D612433B289C}"/>
              </a:ext>
            </a:extLst>
          </p:cNvPr>
          <p:cNvSpPr/>
          <p:nvPr/>
        </p:nvSpPr>
        <p:spPr>
          <a:xfrm>
            <a:off x="12100" y="616017"/>
            <a:ext cx="12179899" cy="1785486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chemeClr val="tx1"/>
                </a:solidFill>
              </a:rPr>
              <a:t>Perspectives d'Évolution</a:t>
            </a:r>
          </a:p>
          <a:p>
            <a:pPr algn="ctr"/>
            <a:endParaRPr lang="fr-FR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51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11958-C5B3-7777-3CE6-3F4F002B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2BAFE1-B3FF-9902-898A-27083391888A}"/>
              </a:ext>
            </a:extLst>
          </p:cNvPr>
          <p:cNvSpPr/>
          <p:nvPr/>
        </p:nvSpPr>
        <p:spPr>
          <a:xfrm>
            <a:off x="661627" y="422056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endParaRPr lang="fr-FR" sz="4000" b="1" dirty="0"/>
          </a:p>
          <a:p>
            <a:pPr>
              <a:lnSpc>
                <a:spcPct val="104000"/>
              </a:lnSpc>
            </a:pPr>
            <a:endParaRPr lang="fr-FR" sz="4000" b="1" dirty="0"/>
          </a:p>
          <a:p>
            <a:pPr marL="0" indent="0" algn="l">
              <a:lnSpc>
                <a:spcPct val="104000"/>
              </a:lnSpc>
              <a:buNone/>
            </a:pPr>
            <a:endParaRPr lang="en-US" sz="3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22A6E91-132A-1882-C76B-959490D0931B}"/>
              </a:ext>
            </a:extLst>
          </p:cNvPr>
          <p:cNvSpPr/>
          <p:nvPr/>
        </p:nvSpPr>
        <p:spPr>
          <a:xfrm>
            <a:off x="1427928" y="2810578"/>
            <a:ext cx="9159862" cy="228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fr-FR" sz="2000" dirty="0"/>
              <a:t>Une solution </a:t>
            </a:r>
            <a:r>
              <a:rPr lang="fr-FR" sz="2000" b="1" dirty="0"/>
              <a:t>fiable, rapide et scalable</a:t>
            </a:r>
            <a:r>
              <a:rPr lang="fr-FR" sz="2000" dirty="0"/>
              <a:t> pour transformer la gestion des présences.</a:t>
            </a:r>
          </a:p>
          <a:p>
            <a:r>
              <a:rPr lang="fr-FR" sz="2000" dirty="0"/>
              <a:t>Réduction drastique des erreurs et du temps administratif.</a:t>
            </a:r>
          </a:p>
          <a:p>
            <a:r>
              <a:rPr lang="fr-FR" sz="2000" dirty="0"/>
              <a:t>Prête à évoluer avec vos besoins futurs grâce à une architecture flexible.</a:t>
            </a:r>
          </a:p>
          <a:p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86828F2-DD24-2563-5A44-19D0E12EEAE9}"/>
              </a:ext>
            </a:extLst>
          </p:cNvPr>
          <p:cNvSpPr/>
          <p:nvPr/>
        </p:nvSpPr>
        <p:spPr>
          <a:xfrm>
            <a:off x="837397" y="1068404"/>
            <a:ext cx="11354603" cy="12416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</a:rPr>
              <a:t>Conclusion</a:t>
            </a:r>
          </a:p>
          <a:p>
            <a:pPr algn="r"/>
            <a:endParaRPr lang="fr-FR" sz="2400" dirty="0"/>
          </a:p>
        </p:txBody>
      </p:sp>
      <p:sp>
        <p:nvSpPr>
          <p:cNvPr id="4" name="Explosion : 8 points 3">
            <a:extLst>
              <a:ext uri="{FF2B5EF4-FFF2-40B4-BE49-F238E27FC236}">
                <a16:creationId xmlns:a16="http://schemas.microsoft.com/office/drawing/2014/main" id="{C3CF17E3-C03C-603E-7CA9-D71541E1ED6E}"/>
              </a:ext>
            </a:extLst>
          </p:cNvPr>
          <p:cNvSpPr/>
          <p:nvPr/>
        </p:nvSpPr>
        <p:spPr>
          <a:xfrm>
            <a:off x="1347538" y="4090736"/>
            <a:ext cx="8595360" cy="2767263"/>
          </a:xfrm>
          <a:prstGeom prst="irregularSeal1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MERCI !</a:t>
            </a:r>
          </a:p>
        </p:txBody>
      </p:sp>
    </p:spTree>
    <p:extLst>
      <p:ext uri="{BB962C8B-B14F-4D97-AF65-F5344CB8AC3E}">
        <p14:creationId xmlns:p14="http://schemas.microsoft.com/office/powerpoint/2010/main" val="343614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386</Words>
  <Application>Microsoft Office PowerPoint</Application>
  <PresentationFormat>Grand écran</PresentationFormat>
  <Paragraphs>62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Petrona Bold</vt:lpstr>
      <vt:lpstr>Inter Bold</vt:lpstr>
      <vt:lpstr>Arial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Khady Coundoul</cp:lastModifiedBy>
  <cp:revision>8</cp:revision>
  <dcterms:created xsi:type="dcterms:W3CDTF">2026-08-12T14:58:58Z</dcterms:created>
  <dcterms:modified xsi:type="dcterms:W3CDTF">2026-08-21T11:33:23Z</dcterms:modified>
</cp:coreProperties>
</file>